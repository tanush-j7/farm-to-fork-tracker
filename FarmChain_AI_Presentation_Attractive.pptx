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00400"/>
          </a:xfrm>
        </p:spPr>
        <p:txBody>
          <a:bodyPr/>
          <a:lstStyle/>
          <a:p>
            <a:r>
              <a:t>INTERNATIONAL CONFERENCE ON INTERNET OF THINGS (IOT), CYBER SECURITY, AND BLOCKCHAIN TECHNOLOGY</a:t>
            </a:r>
          </a:p>
          <a:p>
            <a:r>
              <a:t>(ICITCBT - 2026)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486400"/>
          </a:xfrm>
        </p:spPr>
        <p:txBody>
          <a:bodyPr/>
          <a:lstStyle/>
          <a:p>
            <a:r>
              <a:t>Conference Date October 08 &amp; 09, 2026</a:t>
            </a:r>
          </a:p>
        </p:txBody>
      </p:sp>
      <p:pic>
        <p:nvPicPr>
          <p:cNvPr id="4" name="Picture 3" descr="media_1791381954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73152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Presentation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400" b="0">
                <a:latin typeface="Arial"/>
              </a:defRPr>
            </a:pPr>
            <a:r>
              <a:t>Paper Title: Blockchain Based Farm-to-Fork Food Traceability System With AI/ML Integrations</a:t>
            </a:r>
          </a:p>
          <a:p>
            <a:pPr algn="ctr">
              <a:defRPr sz="2400" b="0">
                <a:latin typeface="Arial"/>
              </a:defRPr>
            </a:pPr>
            <a:r>
              <a:t>Paper ID: [Insert Paper ID]</a:t>
            </a:r>
          </a:p>
          <a:p>
            <a:pPr algn="ctr">
              <a:defRPr sz="2400" b="0">
                <a:latin typeface="Arial"/>
              </a:defRPr>
            </a:pPr>
            <a:r>
              <a:t>Author(s): Bhagyashree Ambore, Tanush Patil J, Vellanki Sricharan, B S Krishna, Supreet Kumar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Abstract</a:t>
            </a:r>
          </a:p>
          <a:p>
            <a:r>
              <a:t>2. Introduction</a:t>
            </a:r>
          </a:p>
          <a:p>
            <a:r>
              <a:t>3. Related Work / Survey</a:t>
            </a:r>
          </a:p>
          <a:p>
            <a:r>
              <a:t>4. Proposed System / Methodology</a:t>
            </a:r>
          </a:p>
          <a:p>
            <a:r>
              <a:t>5. Experimental Setup / Results</a:t>
            </a:r>
          </a:p>
          <a:p>
            <a:r>
              <a:t>6. Analysis / Discussion</a:t>
            </a:r>
          </a:p>
          <a:p>
            <a:r>
              <a:t>7. Conclusion</a:t>
            </a:r>
          </a:p>
          <a:p>
            <a:r>
              <a:t>8.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772400" cy="0"/>
          </a:xfrm>
        </p:spPr>
        <p:txBody>
          <a:bodyPr/>
          <a:lstStyle/>
          <a:p>
            <a:r>
              <a:t>Tracks agricultural produce to origin, solving lack of market transparency.</a:t>
            </a:r>
          </a:p>
          <a:p>
            <a:r>
              <a:t>FarmChain AI empowers farmers at harvest using Python-powered AI predictive tools and Ethereum smart contracts.</a:t>
            </a:r>
          </a:p>
          <a:p>
            <a:r>
              <a:t>Six stakeholder roles with permanent, untamperable records on Ethereum Sepolia Testnet.</a:t>
            </a:r>
          </a:p>
          <a:p>
            <a:r>
              <a:t>AI market price prediction using XGBoost Regressor (MAPE: 2.72%, R²: 0.984).</a:t>
            </a:r>
          </a:p>
          <a:p>
            <a:r>
              <a:t>Consumer verification via QR code scanning with a six-milestone authenticity checklist.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r>
              <a:t>Agriculture is vital but supply chains are disorganized and lack transparency.</a:t>
            </a:r>
          </a:p>
          <a:p>
            <a:r>
              <a:t>Structural asymmetry of information limits farmers' negotiation power.</a:t>
            </a:r>
          </a:p>
          <a:p>
            <a:r>
              <a:t>Centralized tracking systems are vulnerable to manipulation; enterprise blockchains are too expensive.</a:t>
            </a:r>
          </a:p>
          <a:p>
            <a:r>
              <a:t>FarmChain AI returns data sovereignty to farmers without subscription fees.</a:t>
            </a:r>
          </a:p>
        </p:txBody>
      </p:sp>
      <p:pic>
        <p:nvPicPr>
          <p:cNvPr id="4" name="Picture 3" descr="qr_consumer_tracking_17913824553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Related Work /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Blockchain: Prior enterprise systems (e.g., IBM Food Trust, BIFTS) lacked affordability and usability for rural farmers.</a:t>
            </a:r>
          </a:p>
          <a:p>
            <a:r>
              <a:t>AI Microservices: XGBoost has become the dominant algorithm for agricultural forecasting.</a:t>
            </a:r>
          </a:p>
          <a:p>
            <a:r>
              <a:t>Research Gap: A full-range platform integrating AI market predictions with multi-stakeholder custody tracking and consumer verification designed specifically for small farmers is missing.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Proposed System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Four Layers: React 18 Frontend, Node.js/Express API, FastAPI AI Microservice, Solidity Blockchain Persistence.</a:t>
            </a:r>
          </a:p>
          <a:p>
            <a:r>
              <a:t>Workflow: Farmer Registration → Admin Approval → Processor Intake → Distributor Custody → Retailer Receipt → Consumer Verification.</a:t>
            </a:r>
          </a:p>
          <a:p>
            <a:r>
              <a:t>Validation Mechanisms: Admin gate, Physical Inspection, AI Anomaly Detection.</a:t>
            </a:r>
          </a:p>
        </p:txBody>
      </p:sp>
      <p:pic>
        <p:nvPicPr>
          <p:cNvPr id="4" name="Picture 3" descr="blockchain_supply_chain_17913823977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Experimental Setup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AI Pipeline: 2,940 historical records, 30 time-series features. XGBoost achieved 1.26 MAE, 1.86 RMSE, 2.72% MAPE.</a:t>
            </a:r>
          </a:p>
          <a:p>
            <a:r>
              <a:t>Smart Contracts: Deployed on Sepolia testnet.</a:t>
            </a:r>
          </a:p>
          <a:p>
            <a:r>
              <a:t>Cost: ~185,432 gas (~0.00037 ETH) for product registration. Total journey ~0.00120 ETH.</a:t>
            </a:r>
          </a:p>
          <a:p>
            <a:r>
              <a:t>System Latency: Node.js API &lt; 14ms; Python AI ~35ms. Total time &lt; 1.5s.</a:t>
            </a:r>
          </a:p>
        </p:txBody>
      </p:sp>
      <p:pic>
        <p:nvPicPr>
          <p:cNvPr id="4" name="Picture 3" descr="ai_price_dashboard_17913824296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Analysis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complete traceability with verifiable custody transfers.</a:t>
            </a:r>
          </a:p>
          <a:p>
            <a:r>
              <a:t>Actionable AI market intelligence directly benefits farmers.</a:t>
            </a:r>
          </a:p>
          <a:p>
            <a:r>
              <a:t>Three-gate off-chain validation successfully addresses blockchain's input truthfulness limitations.</a:t>
            </a:r>
          </a:p>
          <a:p>
            <a:r>
              <a:t>Decoupled microservice architecture maintains high responsiveness.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FarmChain AI effectively integrates blockchain transparency with AI intelligence.</a:t>
            </a:r>
          </a:p>
          <a:p>
            <a:r>
              <a:t>Provides a secure, low-cost, and responsive agricultural logging system.</a:t>
            </a:r>
          </a:p>
          <a:p>
            <a:r>
              <a:t>Empowers small-scale farmers against middlemen without enterprise costs.</a:t>
            </a:r>
          </a:p>
          <a:p>
            <a:r>
              <a:t>Future work: Expand datasets and migrate to Layer-2 scaling networks (e.g., Polygon).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Ministry of Agriculture &amp; Farmers Welfare, 'Agricultural Statistics at a Glance 2023'.</a:t>
            </a:r>
          </a:p>
          <a:p>
            <a:r>
              <a:t>[2] F. Tian, 'An agri-food supply chain traceability system for China based on RFID &amp; blockchain technology'.</a:t>
            </a:r>
          </a:p>
          <a:p>
            <a:r>
              <a:t>[3] Q. Lin et al., 'Food Safety Traceability System Based on Blockchain and EPCIS'.</a:t>
            </a:r>
          </a:p>
          <a:p>
            <a:r>
              <a:t>[4] T. Chen and C. Guestrin, 'XGBoost: A Scalable Tree Boosting System'.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