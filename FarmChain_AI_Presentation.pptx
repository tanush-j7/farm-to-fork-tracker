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Blockchain Based Farm-to-Fork Food Traceability System</a:t>
            </a:r>
          </a:p>
          <a:p>
            <a:r>
              <a:t>With AI/ML Integrations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Bhagyashree Ambore, Tanush Patil J, Vellanki Sricharan</a:t>
            </a:r>
          </a:p>
          <a:p>
            <a:r>
              <a:t>B S Krishna, Supreet Kumar</a:t>
            </a:r>
          </a:p>
          <a:p>
            <a:r>
              <a:t>RNS Institute of Technology, Bengaluru</a:t>
            </a:r>
          </a:p>
          <a:p/>
          <a:p>
            <a:r>
              <a:t>FarmChain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is vital, but current supply chains lack transparency.</a:t>
            </a:r>
          </a:p>
          <a:p>
            <a:pPr lvl="1"/>
            <a:r>
              <a:t>Farmers lack market information and face structural asymmetry.</a:t>
            </a:r>
          </a:p>
          <a:p>
            <a:pPr lvl="1"/>
            <a:r>
              <a:t>Middlemen take advantage, reducing farmers' negotiation power.</a:t>
            </a:r>
          </a:p>
          <a:p>
            <a:pPr lvl="1"/>
            <a:r>
              <a:t>Existing solutions are centralized (vulnerable to manipulation) or too expensive (enterprise blockchains).</a:t>
            </a:r>
          </a:p>
          <a:p>
            <a:pPr/>
            <a:r>
              <a:t>Our Solution: FarmChain AI — an affordable, decentralized, and AI-powered traceability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FarmChain AI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farmers with data sovereignty and negotiation power.</a:t>
            </a:r>
          </a:p>
          <a:p>
            <a:pPr lvl="1"/>
            <a:r>
              <a:t>Integrates Python-powered AI predictive tools with Ethereum smart contracts.</a:t>
            </a:r>
          </a:p>
          <a:p>
            <a:pPr lvl="1"/>
            <a:r>
              <a:t>Six stakeholder roles: Farmer, Admin, Processor, Distributor, Retailer, Consumer.</a:t>
            </a:r>
          </a:p>
          <a:p>
            <a:pPr lvl="1"/>
            <a:r>
              <a:t>No subscription fees — data retrieval is free, minimal gas fees for posting (~0.00037 ETH).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highly specialized layers:</a:t>
            </a:r>
          </a:p>
          <a:p>
            <a:pPr lvl="1"/>
            <a:r>
              <a:t>Presentation Layer: React 18 &amp; Tailwind CSS (Role-specific dashboards).</a:t>
            </a:r>
          </a:p>
          <a:p>
            <a:pPr lvl="1"/>
            <a:r>
              <a:t>Backend API &amp; Database: Node.js, Express, and Supabase.</a:t>
            </a:r>
          </a:p>
          <a:p>
            <a:pPr lvl="1"/>
            <a:r>
              <a:t>AI Microservice Layer: Python &amp; FastAPI (XGBoost price prediction pipeline).</a:t>
            </a:r>
          </a:p>
          <a:p>
            <a:pPr lvl="1"/>
            <a:r>
              <a:t>Blockchain Persistence Layer: Solidity smart contracts on Ethereum Sepolia Testnet.</a:t>
            </a:r>
          </a:p>
          <a:p>
            <a:pPr lvl="1"/>
            <a:r>
              <a:t>Event Streaming: Apache Kafka for asynchronous propagation.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Multi-Stakeholder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custody flow:</a:t>
            </a:r>
          </a:p>
          <a:p>
            <a:pPr lvl="1"/>
            <a:r>
              <a:t>1. Farmer Registration (AI price prediction, pending approval).</a:t>
            </a:r>
          </a:p>
          <a:p>
            <a:pPr lvl="1"/>
            <a:r>
              <a:t>2. Admin Approval (On-chain commitment via relayer).</a:t>
            </a:r>
          </a:p>
          <a:p>
            <a:pPr lvl="1"/>
            <a:r>
              <a:t>3. Processor Intake (Weight verification, physical inspection).</a:t>
            </a:r>
          </a:p>
          <a:p>
            <a:pPr lvl="1"/>
            <a:r>
              <a:t>4. Distributor Custody (Cold-chain transit, transfer ownership).</a:t>
            </a:r>
          </a:p>
          <a:p>
            <a:pPr lvl="1"/>
            <a:r>
              <a:t>5. Retailer Receipt (QR verification, inventory tracking).</a:t>
            </a:r>
          </a:p>
          <a:p>
            <a:pPr lvl="1"/>
            <a:r>
              <a:t>6. Consumer Verification (QR scanning, 6-milestone authenticity checklist).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&amp; Validation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FarmChain.sol (Solidity 0.8.24):</a:t>
            </a:r>
          </a:p>
          <a:p>
            <a:pPr lvl="1"/>
            <a:r>
              <a:t>Functions: registerProduct(), updateStage(), transferOwnership(), getProductHistory().</a:t>
            </a:r>
          </a:p>
          <a:p>
            <a:pPr/>
            <a:r>
              <a:t>Three-Gate Validation Architecture:</a:t>
            </a:r>
          </a:p>
          <a:p>
            <a:pPr lvl="1"/>
            <a:r>
              <a:t>1. Admin Approval Gate (Prevents unverified data entry).</a:t>
            </a:r>
          </a:p>
          <a:p>
            <a:pPr lvl="1"/>
            <a:r>
              <a:t>2. Processor Physical Inspection (Gate-scale weight check, quality metrics).</a:t>
            </a:r>
          </a:p>
          <a:p>
            <a:pPr lvl="1"/>
            <a:r>
              <a:t>3. AI Anomaly Detection (Fraud-scoring endpoint).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Price Prediction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XGBoost Regressor for time-series forecasting.</a:t>
            </a:r>
          </a:p>
          <a:p>
            <a:pPr lvl="1"/>
            <a:r>
              <a:t>Dataset: 2,940 historical records, 7 commodities, 7 major Indian markets.</a:t>
            </a:r>
          </a:p>
          <a:p>
            <a:pPr lvl="1"/>
            <a:r>
              <a:t>Features: 30 leakage-free time-series features (Lags, Rolling Means/Std, Price Changes).</a:t>
            </a:r>
          </a:p>
          <a:p>
            <a:pPr lvl="1"/>
            <a:r>
              <a:t>Chronological split to prevent temporal data leakage.</a:t>
            </a:r>
          </a:p>
          <a:p>
            <a:pPr lvl="1"/>
            <a:r>
              <a:t>Evaluation: MAPE of 2.72% and R² of 0.984 on 294-sample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Metrics:</a:t>
            </a:r>
          </a:p>
          <a:p>
            <a:pPr lvl="1"/>
            <a:r>
              <a:t>Extremely Low Cost: ~0.00120 ETH for complete farm-to-fork journey.</a:t>
            </a:r>
          </a:p>
          <a:p>
            <a:pPr lvl="2"/>
            <a:r>
              <a:t>Product Registration: ~185,432 gas (~0.00037 ETH).</a:t>
            </a:r>
          </a:p>
          <a:p>
            <a:pPr lvl="1"/>
            <a:r>
              <a:t>High Speed / Low Latency:</a:t>
            </a:r>
          </a:p>
          <a:p>
            <a:pPr lvl="2"/>
            <a:r>
              <a:t>Node.js API response: &lt; 14ms.</a:t>
            </a:r>
          </a:p>
          <a:p>
            <a:pPr lvl="2"/>
            <a:r>
              <a:t>Python AI endpoints: ~35ms.</a:t>
            </a:r>
          </a:p>
          <a:p>
            <a:pPr lvl="1"/>
            <a:r>
              <a:t>Security: 100% data fidelity, successful rejection of unauthorized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FarmChain AI provides complete, verifiable traceability and actionable market intelligence.</a:t>
            </a:r>
          </a:p>
          <a:p>
            <a:pPr lvl="1"/>
            <a:r>
              <a:t>Empowers farmers without enterprise-level costs.</a:t>
            </a:r>
          </a:p>
          <a:p>
            <a:pPr/>
            <a:r>
              <a:t>Future Work:</a:t>
            </a:r>
          </a:p>
          <a:p>
            <a:pPr lvl="1"/>
            <a:r>
              <a:t>Expand dataset to multi-year horizons for better seasonality.</a:t>
            </a:r>
          </a:p>
          <a:p>
            <a:pPr lvl="1"/>
            <a:r>
              <a:t>Incorporate deep-learning for quality/disease detection.</a:t>
            </a:r>
          </a:p>
          <a:p>
            <a:pPr lvl="1"/>
            <a:r>
              <a:t>Deploy on Layer-2 scaling networks (e.g., Polygon) to minimize gas fees.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